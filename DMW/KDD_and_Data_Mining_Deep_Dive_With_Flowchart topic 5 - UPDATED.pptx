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6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9" r:id="rId14"/>
    <p:sldId id="270" r:id="rId15"/>
    <p:sldId id="271" r:id="rId16"/>
    <p:sldId id="272" r:id="rId17"/>
    <p:sldId id="273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1" d="100"/>
          <a:sy n="61" d="100"/>
        </p:scale>
        <p:origin x="1440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38938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72960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173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25380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350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325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1184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15955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397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0114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087487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792902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99516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116823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5832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85981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15964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7/22/2025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3523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 dirty="0"/>
              <a:t>Deep Dive into the KDD Process and Data Mining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3200" b="1" dirty="0">
                <a:solidFill>
                  <a:srgbClr val="FF0000"/>
                </a:solidFill>
              </a:rPr>
              <a:t>Understanding Each Stage of Knowledge Discovery in Databases and Core Data Mining Methods</a:t>
            </a:r>
          </a:p>
          <a:p>
            <a:r>
              <a:rPr lang="en-US" sz="3200" b="1" dirty="0"/>
              <a:t>Course: Data Mining and Data Warehousing</a:t>
            </a:r>
            <a:endParaRPr sz="3200" b="1" dirty="0"/>
          </a:p>
          <a:p>
            <a:r>
              <a:rPr sz="3200" b="1" dirty="0"/>
              <a:t>Presented by: Aamir Mir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Introduction to KDD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KDD stands for Knowledge Discovery in Databases</a:t>
            </a:r>
          </a:p>
          <a:p>
            <a:r>
              <a:rPr dirty="0"/>
              <a:t>Complete process of discovering useful knowledge from data</a:t>
            </a:r>
          </a:p>
          <a:p>
            <a:r>
              <a:rPr dirty="0"/>
              <a:t>Data mining is just one step</a:t>
            </a:r>
          </a:p>
          <a:p>
            <a:r>
              <a:rPr dirty="0"/>
              <a:t>Goal: Extract patterns and knowledge from large data reliably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Overview of KDD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Data Selection</a:t>
            </a:r>
          </a:p>
          <a:p>
            <a:r>
              <a:t>2. Data Preprocessing (Cleaning)</a:t>
            </a:r>
          </a:p>
          <a:p>
            <a:r>
              <a:t>3. Data Transformation</a:t>
            </a:r>
          </a:p>
          <a:p>
            <a:r>
              <a:t>4. Data Mining</a:t>
            </a:r>
          </a:p>
          <a:p>
            <a:r>
              <a:t>5. Pattern Evaluation</a:t>
            </a:r>
          </a:p>
          <a:p>
            <a:r>
              <a:t>6. Knowledge Presentation</a:t>
            </a:r>
          </a:p>
          <a:p>
            <a:endParaRPr/>
          </a:p>
          <a:p>
            <a:r>
              <a:t>Each step is crucial for success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KDD Process Flowchart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914881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dirty="0"/>
              <a:t>Data Selection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885090" y="1914881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dirty="0"/>
              <a:t>Data Preprocessing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0" y="1914881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dirty="0"/>
              <a:t>Data Transformation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512676" y="3571520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dirty="0"/>
              <a:t>Data Mining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561008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dirty="0"/>
              <a:t>Pattern Evaluation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895600" y="3561008"/>
            <a:ext cx="1828800" cy="914400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400"/>
            </a:pPr>
            <a:r>
              <a:rPr dirty="0"/>
              <a:t>Knowledge Presentation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4EC4C35-7368-4266-A6EA-822C22A10422}"/>
              </a:ext>
            </a:extLst>
          </p:cNvPr>
          <p:cNvCxnSpPr>
            <a:cxnSpLocks/>
          </p:cNvCxnSpPr>
          <p:nvPr/>
        </p:nvCxnSpPr>
        <p:spPr>
          <a:xfrm flipV="1">
            <a:off x="2286000" y="2382592"/>
            <a:ext cx="609600" cy="1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3C5B6319-5DF6-4EF4-9579-3D27F58A50FD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4713890" y="2372081"/>
            <a:ext cx="77251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22F993C-897C-45BE-91D1-9300C5264D54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6427076" y="2829281"/>
            <a:ext cx="0" cy="742239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CDE89DB6-C7B8-4A41-B366-64552E708304}"/>
              </a:ext>
            </a:extLst>
          </p:cNvPr>
          <p:cNvCxnSpPr>
            <a:stCxn id="6" idx="1"/>
            <a:endCxn id="8" idx="3"/>
          </p:cNvCxnSpPr>
          <p:nvPr/>
        </p:nvCxnSpPr>
        <p:spPr>
          <a:xfrm flipH="1" flipV="1">
            <a:off x="4724400" y="4018208"/>
            <a:ext cx="788276" cy="1051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434FAC7B-81A0-4D12-92D8-140AD4301136}"/>
              </a:ext>
            </a:extLst>
          </p:cNvPr>
          <p:cNvCxnSpPr>
            <a:stCxn id="8" idx="1"/>
            <a:endCxn id="7" idx="3"/>
          </p:cNvCxnSpPr>
          <p:nvPr/>
        </p:nvCxnSpPr>
        <p:spPr>
          <a:xfrm flipH="1">
            <a:off x="2286000" y="4018208"/>
            <a:ext cx="609600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1 - Data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Identify and retrieve relevant data</a:t>
            </a:r>
          </a:p>
          <a:p>
            <a:r>
              <a:rPr dirty="0"/>
              <a:t>Choose data aligned with objectives</a:t>
            </a:r>
          </a:p>
          <a:p>
            <a:r>
              <a:rPr dirty="0"/>
              <a:t>Activities: Domain study, source identification, extraction</a:t>
            </a:r>
          </a:p>
          <a:p>
            <a:r>
              <a:rPr dirty="0"/>
              <a:t>Challenges: Integration issues, privacy concerns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2 - Data Preprocessing (Cleaning)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Prepare clean data for analysis</a:t>
            </a:r>
          </a:p>
          <a:p>
            <a:r>
              <a:rPr dirty="0"/>
              <a:t>Handle missing values, remove duplicates</a:t>
            </a:r>
          </a:p>
          <a:p>
            <a:r>
              <a:rPr dirty="0"/>
              <a:t>Correct inconsistencies and remove noise</a:t>
            </a:r>
          </a:p>
          <a:p>
            <a:r>
              <a:rPr dirty="0"/>
              <a:t>Tools: </a:t>
            </a:r>
            <a:r>
              <a:rPr dirty="0" err="1"/>
              <a:t>OpenRefine</a:t>
            </a:r>
            <a:r>
              <a:rPr dirty="0"/>
              <a:t>, Pandas, Excel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3 - Data Transformation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Convert data for mining</a:t>
            </a:r>
          </a:p>
          <a:p>
            <a:r>
              <a:rPr dirty="0"/>
              <a:t>Techniques: Normalization, Aggregation, Encoding, Feature engineering</a:t>
            </a:r>
          </a:p>
          <a:p>
            <a:r>
              <a:rPr dirty="0"/>
              <a:t>Goal: Improve quality and accuracy</a:t>
            </a:r>
          </a:p>
          <a:p>
            <a:r>
              <a:rPr dirty="0"/>
              <a:t>Example: Age → Age groups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4 - Data Mining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Core step of KDD</a:t>
            </a:r>
          </a:p>
          <a:p>
            <a:r>
              <a:rPr dirty="0"/>
              <a:t>Apply algorithms to extract patterns</a:t>
            </a:r>
          </a:p>
          <a:p>
            <a:r>
              <a:rPr dirty="0"/>
              <a:t>Techniques: Classification, Clustering, Association, Regression, Anomaly Detection</a:t>
            </a:r>
          </a:p>
          <a:p>
            <a:r>
              <a:rPr dirty="0"/>
              <a:t>Choice depends on data and goals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5 - Pattern Evaluation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Identify useful and interesting patterns</a:t>
            </a:r>
          </a:p>
          <a:p>
            <a:r>
              <a:rPr dirty="0"/>
              <a:t>Use metrics: Accuracy, Usefulness, Novelty, Simplicity</a:t>
            </a:r>
          </a:p>
          <a:p>
            <a:r>
              <a:rPr dirty="0"/>
              <a:t>Tools: Confusion Matrix, ROC Curve, Lift Charts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6 - Knowledge Presentation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Visualize and communicate knowledge</a:t>
            </a:r>
          </a:p>
          <a:p>
            <a:r>
              <a:rPr dirty="0"/>
              <a:t>Charts, graphs, reports, dashboards</a:t>
            </a:r>
          </a:p>
          <a:p>
            <a:r>
              <a:rPr dirty="0"/>
              <a:t>Tools: Tableau, Power BI, Matplotlib</a:t>
            </a:r>
          </a:p>
          <a:p>
            <a:r>
              <a:rPr dirty="0"/>
              <a:t>Make insights understandable and actionable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Deep Dive into Data Mining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Classification: Predict labels (SVM, Decision Trees)</a:t>
            </a:r>
          </a:p>
          <a:p>
            <a:r>
              <a:rPr dirty="0"/>
              <a:t>Clustering: Group similar data (K-Means, DBSCAN)</a:t>
            </a:r>
          </a:p>
          <a:p>
            <a:r>
              <a:rPr dirty="0"/>
              <a:t>Association: Rules like A → B (</a:t>
            </a:r>
            <a:r>
              <a:rPr dirty="0" err="1"/>
              <a:t>Apriori</a:t>
            </a:r>
            <a:r>
              <a:rPr dirty="0"/>
              <a:t>, FP-Growth)</a:t>
            </a:r>
          </a:p>
          <a:p>
            <a:r>
              <a:rPr dirty="0"/>
              <a:t>Regression: Predict values (Linear, Ridge)</a:t>
            </a:r>
          </a:p>
          <a:p>
            <a:r>
              <a:rPr dirty="0"/>
              <a:t>Anomaly Detection: Detect outliers (Isolation </a:t>
            </a:r>
            <a:r>
              <a:rPr lang="en-US" dirty="0"/>
              <a:t>F</a:t>
            </a:r>
            <a:r>
              <a:rPr dirty="0"/>
              <a:t>orest)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 of KDD Process &amp; Data Mining Techniques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KDD is iterative and multi-step</a:t>
            </a:r>
          </a:p>
          <a:p>
            <a:r>
              <a:rPr dirty="0"/>
              <a:t> Data Mining is key to extracting insights</a:t>
            </a:r>
          </a:p>
          <a:p>
            <a:r>
              <a:rPr dirty="0"/>
              <a:t> Data quality and evaluation are vital</a:t>
            </a:r>
          </a:p>
          <a:p>
            <a:r>
              <a:rPr dirty="0"/>
              <a:t> Proper technique = better decisions and outcomes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Classification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Definition: Supervised learning to predict categorical labels.</a:t>
            </a:r>
          </a:p>
          <a:p>
            <a:pPr>
              <a:defRPr sz="2000"/>
            </a:pPr>
            <a:r>
              <a:t>Goal: Assign input data to predefined classes.</a:t>
            </a:r>
          </a:p>
          <a:p>
            <a:pPr>
              <a:defRPr sz="2000"/>
            </a:pPr>
            <a:r>
              <a:t>Algorithms: SVM, Decision Trees, Random Forest.</a:t>
            </a:r>
          </a:p>
          <a:p>
            <a:pPr>
              <a:defRPr sz="2000"/>
            </a:pPr>
            <a:r>
              <a:t>Example: Email Spam Detection, Medical Diagnosis.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Clustering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Definition: Unsupervised learning to group similar data.</a:t>
            </a:r>
          </a:p>
          <a:p>
            <a:pPr>
              <a:defRPr sz="2000"/>
            </a:pPr>
            <a:r>
              <a:t>Goal: Identify inherent structure in data.</a:t>
            </a:r>
          </a:p>
          <a:p>
            <a:pPr>
              <a:defRPr sz="2000"/>
            </a:pPr>
            <a:r>
              <a:t>Algorithms: K-Means, DBSCAN.</a:t>
            </a:r>
          </a:p>
          <a:p>
            <a:pPr>
              <a:defRPr sz="2000"/>
            </a:pPr>
            <a:r>
              <a:t>Example: Customer Segmentation, Market Basket Analysis.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Association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Definition: Discover interesting relationships among variables.</a:t>
            </a:r>
          </a:p>
          <a:p>
            <a:pPr>
              <a:defRPr sz="2000"/>
            </a:pPr>
            <a:r>
              <a:t>Goal: Find rules like “If A, then B”.</a:t>
            </a:r>
          </a:p>
          <a:p>
            <a:pPr>
              <a:defRPr sz="2000"/>
            </a:pPr>
            <a:r>
              <a:t>Algorithms: Apriori, FP-Growth.</a:t>
            </a:r>
          </a:p>
          <a:p>
            <a:pPr>
              <a:defRPr sz="2000"/>
            </a:pPr>
            <a:r>
              <a:t>Example: Market Basket Analysis, Web Usage Mining.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Definition: Supervised learning to predict continuous values.</a:t>
            </a:r>
          </a:p>
          <a:p>
            <a:pPr>
              <a:defRPr sz="2000"/>
            </a:pPr>
            <a:r>
              <a:t>Goal: Estimate numeric output from inputs.</a:t>
            </a:r>
          </a:p>
          <a:p>
            <a:pPr>
              <a:defRPr sz="2000"/>
            </a:pPr>
            <a:r>
              <a:t>Algorithms: Linear Regression, Ridge Regression.</a:t>
            </a:r>
          </a:p>
          <a:p>
            <a:pPr>
              <a:defRPr sz="2000"/>
            </a:pPr>
            <a:r>
              <a:t>Example: House Price Prediction, Stock Market Forecasting.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Anomaly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000"/>
            </a:pPr>
            <a:r>
              <a:t>Definition: Identify rare or unusual patterns in data.</a:t>
            </a:r>
          </a:p>
          <a:p>
            <a:pPr>
              <a:defRPr sz="2000"/>
            </a:pPr>
            <a:r>
              <a:t>Goal: Detect outliers, fraud, or faults.</a:t>
            </a:r>
          </a:p>
          <a:p>
            <a:pPr>
              <a:defRPr sz="2000"/>
            </a:pPr>
            <a:r>
              <a:t>Algorithms: Isolation Forest, One-Class SVM.</a:t>
            </a:r>
          </a:p>
          <a:p>
            <a:pPr>
              <a:defRPr sz="2000"/>
            </a:pPr>
            <a:r>
              <a:t>Example: Credit Card Fraud Detection, Intrusion Detection.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24</TotalTime>
  <Words>583</Words>
  <Application>Microsoft Office PowerPoint</Application>
  <PresentationFormat>On-screen Show (4:3)</PresentationFormat>
  <Paragraphs>95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1" baseType="lpstr">
      <vt:lpstr>Arial</vt:lpstr>
      <vt:lpstr>Century Gothic</vt:lpstr>
      <vt:lpstr>Wingdings 3</vt:lpstr>
      <vt:lpstr>Ion</vt:lpstr>
      <vt:lpstr>Deep Dive into the KDD Process and Data Mining Techniques</vt:lpstr>
      <vt:lpstr>Introduction to KDD</vt:lpstr>
      <vt:lpstr>Overview of KDD Steps</vt:lpstr>
      <vt:lpstr>KDD Process Flowchart</vt:lpstr>
      <vt:lpstr>Step 1 - Data Selection</vt:lpstr>
      <vt:lpstr>Step 2 - Data Preprocessing (Cleaning)</vt:lpstr>
      <vt:lpstr>Step 3 - Data Transformation</vt:lpstr>
      <vt:lpstr>Step 4 - Data Mining</vt:lpstr>
      <vt:lpstr>Step 5 - Pattern Evaluation</vt:lpstr>
      <vt:lpstr>Step 6 - Knowledge Presentation</vt:lpstr>
      <vt:lpstr>Deep Dive into Data Mining Techniques</vt:lpstr>
      <vt:lpstr>Summary of KDD Process &amp; Data Mining Techniques</vt:lpstr>
      <vt:lpstr>Classification</vt:lpstr>
      <vt:lpstr>Clustering</vt:lpstr>
      <vt:lpstr>Association</vt:lpstr>
      <vt:lpstr>Regression</vt:lpstr>
      <vt:lpstr>Anomaly Detection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Deep Dive into the KDD Process and Data Mining Techniques</dc:title>
  <dc:subject/>
  <dc:creator>Admin</dc:creator>
  <cp:keywords/>
  <dc:description>generated using python-pptx</dc:description>
  <cp:lastModifiedBy>Admin</cp:lastModifiedBy>
  <cp:revision>3</cp:revision>
  <dcterms:created xsi:type="dcterms:W3CDTF">2013-01-27T09:14:16Z</dcterms:created>
  <dcterms:modified xsi:type="dcterms:W3CDTF">2025-07-22T14:53:31Z</dcterms:modified>
  <cp:category/>
</cp:coreProperties>
</file>