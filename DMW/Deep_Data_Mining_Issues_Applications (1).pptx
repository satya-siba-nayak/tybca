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7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4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3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8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7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0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2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20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8111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77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6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52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5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3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653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779" y="1447801"/>
            <a:ext cx="8282152" cy="1981199"/>
          </a:xfrm>
        </p:spPr>
        <p:txBody>
          <a:bodyPr/>
          <a:lstStyle/>
          <a:p>
            <a:r>
              <a:rPr sz="4400" dirty="0"/>
              <a:t>Deep Dive into Data Mining Issues &amp;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Detailed Explanations for Advanced Understanding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Issue: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Raw data is often noisy, incomplete, or inconsistent.</a:t>
            </a:r>
          </a:p>
          <a:p>
            <a:r>
              <a:rPr dirty="0"/>
              <a:t>E.g., missing blood pressure readings in medical datasets.</a:t>
            </a:r>
          </a:p>
          <a:p>
            <a:r>
              <a:rPr dirty="0"/>
              <a:t>Reduces model accuracy and introduces bias.</a:t>
            </a:r>
          </a:p>
          <a:p>
            <a:r>
              <a:rPr dirty="0"/>
              <a:t>Handled using imputation, normalization, and outlier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Issue: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Massive datasets exceed traditional algorithm capacity.</a:t>
            </a:r>
          </a:p>
          <a:p>
            <a:r>
              <a:t>E.g., daily terabytes from e-commerce or IoT sensors.</a:t>
            </a:r>
          </a:p>
          <a:p>
            <a:r>
              <a:t>Requires distributed frameworks like Spark, Hadoop.</a:t>
            </a:r>
          </a:p>
          <a:p>
            <a:r>
              <a:t>Use incremental or parallel algorithms.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Issue: High Dimensionality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Too many features can lead to overfitting or slow models.</a:t>
            </a:r>
          </a:p>
          <a:p>
            <a:r>
              <a:t>E.g., gene expression data or text-based data.</a:t>
            </a:r>
          </a:p>
          <a:p>
            <a:r>
              <a:t>Handled using PCA, t-SNE, or Lasso regression.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Issue: Data Privacy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Mining personal data raises ethical/legal concerns.</a:t>
            </a:r>
          </a:p>
          <a:p>
            <a:r>
              <a:t>E.g., medical records, financial info under GDPR, HIPAA.</a:t>
            </a:r>
          </a:p>
          <a:p>
            <a:r>
              <a:t>Techniques: anonymization, differential privacy, encryption.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Issue: Model 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Complex models (e.g., deep learning) lack transparency.</a:t>
            </a:r>
          </a:p>
          <a:p>
            <a:r>
              <a:t>Hard to explain predictions to non-technical users.</a:t>
            </a:r>
          </a:p>
          <a:p>
            <a:r>
              <a:t>Use interpretable models or SHAP/LIME for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Issue: Algorithm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Wrong choice leads to inaccurate or inefficient models.</a:t>
            </a:r>
          </a:p>
          <a:p>
            <a:r>
              <a:t>No universal best algorithm; depends on data &amp; domain.</a:t>
            </a:r>
          </a:p>
          <a:p>
            <a:r>
              <a:t>AutoML, cross-validation, and expert judgment help.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Issue: Real-Time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Applications like fraud detection require low-latency models.</a:t>
            </a:r>
          </a:p>
          <a:p>
            <a:r>
              <a:t>Batch systems fail under real-time constraints.</a:t>
            </a:r>
          </a:p>
          <a:p>
            <a:r>
              <a:t>Tools: Kafka, Flink, Spark Streaming.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Issue: Integration with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Models must connect with databases, dashboards, APIs.</a:t>
            </a:r>
          </a:p>
          <a:p>
            <a:r>
              <a:t>Without integration, mined insights may go unused.</a:t>
            </a:r>
          </a:p>
          <a:p>
            <a:r>
              <a:t>Solutions: ETL pipelines, RESTful APIs, cloud 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Retail &amp;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Customer segmentation, recommendation systems.</a:t>
            </a:r>
          </a:p>
          <a:p>
            <a:r>
              <a:t>E.g., Amazon's 'Frequently Bought Together' uses association rules.</a:t>
            </a:r>
          </a:p>
          <a:p>
            <a:r>
              <a:t>Increases sales and customer retention.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Banking &amp;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Fraud detection, credit scoring, risk modeling.</a:t>
            </a:r>
          </a:p>
          <a:p>
            <a:r>
              <a:t>E.g., flagging suspicious transactions in real-time.</a:t>
            </a:r>
          </a:p>
          <a:p>
            <a:r>
              <a:t>Improves trust and reduces financial loss.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Early diagnosis, risk prediction, treatment planning.</a:t>
            </a:r>
          </a:p>
          <a:p>
            <a:r>
              <a:t>E.g., predicting patient readmissions or cancer risk.</a:t>
            </a:r>
          </a:p>
          <a:p>
            <a:r>
              <a:t>Enhances decision-making and lowers costs.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Telecommunications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Churn prediction, call optimization, fraud detection.</a:t>
            </a:r>
          </a:p>
          <a:p>
            <a:r>
              <a:t>E.g., clustering users by usage to reduce churn.</a:t>
            </a:r>
          </a:p>
          <a:p>
            <a:r>
              <a:t>Improves service quality and revenue.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Defect detection, maintenance scheduling.</a:t>
            </a:r>
          </a:p>
          <a:p>
            <a:r>
              <a:t>E.g., IoT sensors predict machine failures.</a:t>
            </a:r>
          </a:p>
          <a:p>
            <a:r>
              <a:t>Reduces downtime and increases efficiency.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Performance analysis, dropout prediction.</a:t>
            </a:r>
          </a:p>
          <a:p>
            <a:r>
              <a:t>E.g., adaptive content delivery based on engagement.</a:t>
            </a:r>
          </a:p>
          <a:p>
            <a:r>
              <a:t>Supports personalized learning.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Social Media &amp;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Sentiment analysis, behavior prediction.</a:t>
            </a:r>
          </a:p>
          <a:p>
            <a:r>
              <a:t>E.g., analyzing tweets for public sentiment.</a:t>
            </a:r>
          </a:p>
          <a:p>
            <a:r>
              <a:t>Informs marketing and brand strategy.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Threat detection, phishing prevention.</a:t>
            </a:r>
          </a:p>
          <a:p>
            <a:r>
              <a:t>E.g., flagging unusual login behavior.</a:t>
            </a:r>
          </a:p>
          <a:p>
            <a:r>
              <a:t>Protects against data breaches and attacks.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Crop yield prediction, soil health analysis.</a:t>
            </a:r>
          </a:p>
          <a:p>
            <a:r>
              <a:t>E.g., using satellite data for pest detection.</a:t>
            </a:r>
          </a:p>
          <a:p>
            <a:r>
              <a:t>Supports precision farming and food security.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Application: Smart Cities &amp;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Use: Traffic forecasting, pollution tracking.</a:t>
            </a:r>
          </a:p>
          <a:p>
            <a:r>
              <a:t>E.g., optimizing traffic lights using live sensor data.</a:t>
            </a:r>
          </a:p>
          <a:p>
            <a:r>
              <a:t>Improves urban planning and sustainability.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599</Words>
  <Application>Microsoft Office PowerPoint</Application>
  <PresentationFormat>On-screen Show (4:3)</PresentationFormat>
  <Paragraphs>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Deep Dive into Data Mining Issues &amp; Applications</vt:lpstr>
      <vt:lpstr>Issue: Data Quality</vt:lpstr>
      <vt:lpstr>Issue: Scalability</vt:lpstr>
      <vt:lpstr>Issue: High Dimensionality</vt:lpstr>
      <vt:lpstr>Issue: Data Privacy &amp; Security</vt:lpstr>
      <vt:lpstr>Issue: Model Interpretability</vt:lpstr>
      <vt:lpstr>Issue: Algorithm Selection</vt:lpstr>
      <vt:lpstr>Issue: Real-Time Processing</vt:lpstr>
      <vt:lpstr>Issue: Integration with Systems</vt:lpstr>
      <vt:lpstr>Application: Retail &amp; E-commerce</vt:lpstr>
      <vt:lpstr>Application: Banking &amp; Finance</vt:lpstr>
      <vt:lpstr>Application: Healthcare</vt:lpstr>
      <vt:lpstr>Application: Telecommunications</vt:lpstr>
      <vt:lpstr>Application: Manufacturing</vt:lpstr>
      <vt:lpstr>Application: Education</vt:lpstr>
      <vt:lpstr>Application: Social Media &amp; Web</vt:lpstr>
      <vt:lpstr>Application: Cybersecurity</vt:lpstr>
      <vt:lpstr>Application: Agriculture</vt:lpstr>
      <vt:lpstr>Application: Smart Cities &amp; IoT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 into Data Mining Issues &amp; Applications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2025-07-27T18:03:12Z</dcterms:modified>
  <cp:category/>
</cp:coreProperties>
</file>